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BICS 2304  |  Computer Architecture &amp; Assembly Language  |  Section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1000" kern="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JUPITER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Wearable Heat Stroke &amp;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Dehydration Prevention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8046720" cy="182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Adam Fawwaz Bin Sazalizam  (2416969)        Ahmad Fawwaz Bin Abdul Kadir  (2418497)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Wan Abdullah Mikhaiel Bin Wan Shamsuddin  (2416229)        Alfyan Shawn Bin Jasni Shirlin  (2417841)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Lecturer: Yasir Mehmood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What is Jupiter?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simulated wearable IoT device designed for outdoor workers and athletes in tropical climates like Malaysia.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The system continuously monitors physiological data and environmental conditions, triggering alerts before a heat stroke or dehydration event occurs.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Implementation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Simulated in MIPS Assembly Language using MARS IDE.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Sensor inputs entered via console each monitoring cycle.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Actuator responses printed as console output.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91440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3+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166360" y="14447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Sensors monitored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per cycle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0" y="91440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0058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A34A"/>
                </a:solidFill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95160" y="14447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Actuator responses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simulated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2103120"/>
            <a:ext cx="54864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A580C"/>
                </a:solidFill>
              </a:rPr>
              <a:t>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16636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Priority levels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 decision engine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103120"/>
            <a:ext cx="1691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2103120"/>
            <a:ext cx="54864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1945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EA5E9"/>
                </a:solidFill>
              </a:rPr>
              <a:t>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995160" y="263347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Test cases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all passing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39319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MAX30205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Body Temperature Sensor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0–50°C, ±0.1°C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221992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MAX30102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Pulse Rate / Heart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70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30–250 BPM, I2C interface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026664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18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MPU6050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Accelerometer &amp; Gyroscope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75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Fall detection via G-Force spike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831336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22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Timer S4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169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Sustained Motion Timer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379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Tracks active minutes (software)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ACTUATORS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508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1508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Haptic Vibration Motor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Physical alert — brief pulse or continuous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221992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313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2313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Hydration Reminder LED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2587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Blinks when drink water trigger fires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026664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118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118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Cooling Vest Fan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92040" y="33924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Activates on heat stress condition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831336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922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922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GPS Broadcast (SIM800L)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41970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SOS signal on fall/critical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Priority Decision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Conditions evaluated in order — highest priority first. First match wins.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7315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61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P1  —  Fall Detection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5179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Condition: Accel &gt; 100G  AND  Motion Timer =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Output:       [Status: CRITICAL]  →  GPS SOS transmitted, program exits with code 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73152" cy="8412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221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P2  —  Heat Stress Index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47802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Condition: Heart Rate &gt; 130 BPM  AND  Body Temp &gt; 38°C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6974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Output:       [Status: Take a break]  →  Haptic motor continuous + Cooling fan active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P3  —  Hydration Reminder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343814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Condition: Motion Timer  ≥  15 minutes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657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Output:       [Drink Water]  →  LED blinking + Haptic brief pulse + Timer reset to 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69080"/>
            <a:ext cx="7315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42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P4  —  Safe  (default)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439826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Condition: None of the above conditions are met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617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Output:       [Status: Safe]  →  All actuators OFF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4" name="Image 0" descr="/sessions/blissful-modest-fermat/mnt/caal-gpro/submission4/flowchart_cropp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822960"/>
            <a:ext cx="64008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Validation &amp; Error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How It Works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Only body temperature is validated (physiological bound).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Valid range: 0 to 50°C.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Any value outside this range triggers an error message and re-prompts the user.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 program loops internally until a valid value is entered — it never crashes or skips.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369A1"/>
                </a:solidFill>
              </a:rPr>
              <a:t>Console Output  (TC-05)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560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50876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[SENSOR S1] Enter Body Temperature (0-50 C): </a:t>
            </a:r>
            <a:pPr algn="l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[ERROR]: Out of human physiological bounds! Enter 0 to 50.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[SENSOR S1] Enter Body Temperature (0-50 C): </a:t>
            </a:r>
            <a:pPr algn="l"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[SENSOR S2] Enter Heart Rate (BPM): 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Case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Case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9601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Expected 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9601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258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TC-01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1627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Normal Safe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371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Temp=36, HR=80, Accel=15, Timer=2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[Status: Safe] — All actuators OFF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83880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029968"/>
            <a:ext cx="8229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29968"/>
            <a:ext cx="54864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TC-02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237744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Heat Stress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37360" y="21214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Temp=39, HR=140, Accel=10, Timer=4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121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[Status: Take a break] — Haptic + Fan active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22311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79776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79776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8254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TC-03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1272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Hydration Alert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28712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Temp=37, HR=85, Accel=12, Timer=15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28712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[Drink Water] — LED blink + Haptic + Timer reset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3880" y="29809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29584"/>
            <a:ext cx="82296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529584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5753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TC-04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38770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Fall / Critical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737360" y="36210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Temp=36, HR=75, Accel=110, Timer=0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3621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[Status: CRITICAL] — GPS SOS + exit code 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83880" y="37307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279392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279392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3251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TC-05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46268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Input Validation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37360" y="4370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Temp=120 (invalid) → retry with 37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63440" y="4370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[ERROR] message + re-prompt, then normal flow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4480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Distribution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23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Adam Fawwaz Bin Sazalizam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271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2416969  |  Group Leader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527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Project coordination · Flowchart design · Body Temperature sensor module · Final integration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86868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68680"/>
            <a:ext cx="3931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923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Ahmad Fawwaz Bin Abdul Kadir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81728" y="12710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2418497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81728" y="15270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Use case diagram · Pulse Rate sensor module · Heat Stress Index decision logic · Unit testing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70632"/>
            <a:ext cx="39319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Wan Abdullah Mikhaiel Bin Wan Shamsuddin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172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2416229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Hardware mapping table · Accelerometer sensor module · Fall detection logic · Decision &amp; control testing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770632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770632"/>
            <a:ext cx="39319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Alfyan Shawn Bin Jasni Shirlin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81728" y="3172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2417841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81728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Display &amp; status output module · Actuator subroutines (Haptic, LED, GPS) · Error handling · Code 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252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 sensors + 4 actuators — all project requirements met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320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8836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Priority decision engine with 4 conditions — P1 (critical) through P4 (safe)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320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32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5420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Input validation with error handling and recovery loop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320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912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200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Modular code — 9 procedures/subroutines with clear register convention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3200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496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8587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All 5 test cases pass as documented in the test cases submission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Jupiter - Wearable Heat Stroke Prevention System</dc:title>
  <dc:subject>PptxGenJS Presentation</dc:subject>
  <dc:creator>PptxGenJS</dc:creator>
  <cp:lastModifiedBy>PptxGenJS</cp:lastModifiedBy>
  <cp:revision>1</cp:revision>
  <dcterms:created xsi:type="dcterms:W3CDTF">2026-06-07T09:48:40Z</dcterms:created>
  <dcterms:modified xsi:type="dcterms:W3CDTF">2026-06-07T09:48:40Z</dcterms:modified>
</cp:coreProperties>
</file>