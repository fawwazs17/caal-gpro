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BICS 2304  |  Computer Architecture &amp; Assembly Language  |  Section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spc="1000" kern="0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JUPITER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Wearable Heat Stroke &amp;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Dehydration Prevention System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8046720" cy="1828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17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Adam Fawwaz Bin Sazalizam  (2416969)        Ahmad Fawwaz Bin Abdul Kadir  (2418497)
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Wan Abdullah Mikhaiel Bin Wan Shamsuddin  (2416229)        Alfyan Shawn Bin Jasni Shirlin  (2417841)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Lecturer: Yasir Mehmood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69A1"/>
                </a:solidFill>
              </a:rPr>
              <a:t>What is Jupiter?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 simulated wearable IoT device designed for outdoor workers and athletes in tropical climates like Malaysia.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The system continuously monitors physiological data and environmental conditions, triggering alerts before a heat stroke or dehydration event occurs.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69A1"/>
                </a:solidFill>
              </a:rPr>
              <a:t>Implementation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Simulated in MIPS Assembly Language using MARS IDE.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Sensor inputs entered via console each monitoring cycle.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Actuator responses printed as console output.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0" y="91440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0" y="914400"/>
            <a:ext cx="54864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6636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3+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166360" y="14447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Sensors monitored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per cycle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91440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0" y="914400"/>
            <a:ext cx="54864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A34A"/>
                </a:solidFill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995160" y="14447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Actuator responses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simulated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0" y="210312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2103120"/>
            <a:ext cx="54864" cy="100584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66360" y="219456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580C"/>
                </a:solidFill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166360" y="263347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Priority levels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in decision engine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0" y="210312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2103120"/>
            <a:ext cx="54864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219456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EA5E9"/>
                </a:solidFill>
              </a:rPr>
              <a:t>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95160" y="263347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Test cases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all passing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Hardware Components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3931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SENSORS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MAX30205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Body Temperature Sensor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0–50°C, ±0.1°C accuracy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221992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MAX30102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Pulse Rate / Heart 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7706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30–250 BPM, I2C interface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3026664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1181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MPU6050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3649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Accelerometer &amp; Gyroscope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57530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Fall detection via G-Force spike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831336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922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Timer S4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Sustained Motion Timer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43799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Tracks active minutes (software)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3931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ACTUATORS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5087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A1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5780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Haptic Vibration Motor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Physical alert — brief pulse or continuous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2040" y="2221992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313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A2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57800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Hydration Reminder LED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2587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Blinks when drink water trigger fires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92040" y="3026664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3118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A3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57800" y="31181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Cooling Vest Fan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92040" y="3392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Activates on heat stress condition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92040" y="3831336"/>
            <a:ext cx="356616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39227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A4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257800" y="39227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GPS Broadcast (SIM800L)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892040" y="41970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SOS signal on fall/critical detection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Priority Decision Logic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Conditions evaluated in order — highest priority first. First match wins.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73152" cy="8412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618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P1  —  Fall Detection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Condition: Accel &gt; 100G  AND  Motion Timer = 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37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Output:       [Status: CRITICAL]  →  GPS SOS transmitted, program exits with code 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48840"/>
            <a:ext cx="73152" cy="8412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219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P2  —  Heat Stress Index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247802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Condition: Heart Rate &gt; 130 BPM  AND  Body Temp &gt; 38°C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6974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Output:       [Status: Take a break]  →  Haptic motor continuous + Cooling fan active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089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1821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P3  —  Hydration Reminder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343814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Condition: Motion Timer  ≥  15 minutes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36576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Output:       [Drink Water]  →  LED blinking + Haptic brief pulse + Timer reset to 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4069080"/>
            <a:ext cx="73152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41422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P4  —  Safe  (default)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" y="439826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Condition: None of the above conditions are met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Output:       [Status: Safe]  →  All actuators OFF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 Validation &amp; Error Handling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69A1"/>
                </a:solidFill>
              </a:rPr>
              <a:t>How It Works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Only body temperature is validated (physiological bound).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Valid range: 0 to 50°C.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Any value outside this range triggers an error message and re-prompts the user.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</a:rPr>
              <a:t>The program loops internally until a valid value is entered — it never crashes or skips.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663440" y="960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69A1"/>
                </a:solidFill>
              </a:rPr>
              <a:t>Console Output  (TC-05)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2560320"/>
          </a:xfrm>
          <a:prstGeom prst="rect">
            <a:avLst/>
          </a:prstGeom>
          <a:solidFill>
            <a:srgbClr val="1E1E2E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50876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[SENSOR S1] Enter Body Temperature (0-50 C): </a:t>
            </a:r>
            <a:pPr algn="l"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algn="l" indent="0" marL="0">
              <a:buNone/>
            </a:pPr>
            <a:r>
              <a:rPr lang="en-US" sz="1100" b="1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[ERROR]: Out of human physiological bounds! Enter 0 to 50.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[SENSOR S1] Enter Body Temperature (0-50 C): </a:t>
            </a:r>
            <a:pPr algn="l" indent="0" marL="0">
              <a:buNone/>
            </a:pPr>
            <a:r>
              <a:rPr lang="en-US" sz="1100" b="1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[SENSOR S2] Enter Heart Rate (BPM): </a:t>
            </a:r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Case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2743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601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Case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3736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Inputs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9601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Expected Output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0" y="960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32588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TC-01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16276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Normal Safe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13716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Temp=36, HR=80, Accel=15, Timer=2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63440" y="1371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[Status: Safe] — All actuators OFF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83880" y="1481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029968"/>
            <a:ext cx="82296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029968"/>
            <a:ext cx="54864" cy="6858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0756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TC-02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23774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Heat Stress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737360" y="21214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Temp=39, HR=140, Accel=10, Timer=4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21214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[Status: Take a break] — Haptic + Fan active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83880" y="22311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779776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779776"/>
            <a:ext cx="54864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282549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TC-03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" y="31272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Hydration Alert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737360" y="28712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Temp=37, HR=85, Accel=12, Timer=15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63440" y="28712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[Drink Water] — LED blink + Haptic + Timer reset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83880" y="29809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529584"/>
            <a:ext cx="8229600" cy="6858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529584"/>
            <a:ext cx="54864" cy="685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357530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TC-04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" y="387705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Fall / Critical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737360" y="3621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Temp=36, HR=75, Accel=110, Timer=0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3440" y="3621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[Status: CRITICAL] — GPS SOS + exit code 10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183880" y="37307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279392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279392"/>
            <a:ext cx="54864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TC-05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462686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Input Validation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737360" y="43708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Temp=120 (invalid) → retry with 37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4370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[ERROR] message + re-prompt, then normal flow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83880" y="4480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PASS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1828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161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2252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 sensors + 4 actuators — all project requirements met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320040" cy="3200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8366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Priority decision engine with 4 conditions — P1 (critical) through P4 (safe)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05456"/>
            <a:ext cx="320040" cy="3200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53288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5420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Input validation with error handling and recovery loop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63824"/>
            <a:ext cx="320040" cy="3200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1912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200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Modular code — 9 procedures/subroutines with clear register convention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22192"/>
            <a:ext cx="32004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496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85876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All 5 test cases pass as documented in the test cases submission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Thank You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Jupiter - Wearable Heat Stroke Prevention System</dc:title>
  <dc:subject>PptxGenJS Presentation</dc:subject>
  <dc:creator>PptxGenJS</dc:creator>
  <cp:lastModifiedBy>PptxGenJS</cp:lastModifiedBy>
  <cp:revision>1</cp:revision>
  <dcterms:created xsi:type="dcterms:W3CDTF">2026-06-07T07:28:19Z</dcterms:created>
  <dcterms:modified xsi:type="dcterms:W3CDTF">2026-06-07T07:28:19Z</dcterms:modified>
</cp:coreProperties>
</file>